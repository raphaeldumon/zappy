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8500" y="4064000"/>
            <a:ext cx="825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AF0FF"/>
                </a:solidFill>
                <a:latin typeface="Arial"/>
              </a:rPr>
              <a:t>Une course d’intelligences artificielles sur un monde-anneau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603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E9BC0"/>
                </a:solidFill>
                <a:latin typeface="Arial"/>
              </a:rPr>
              <a:t>Raphael Dumon · Clément Fabre · Mathéo Emma · Léo Cazabat · Joachim Ismael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